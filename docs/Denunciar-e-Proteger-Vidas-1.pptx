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DM Sans SemiBold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3Bsxfs/IRuhSWSABNuRx6q+T8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DMSansSemiBold-bold.fntdata"/><Relationship Id="rId12" Type="http://schemas.openxmlformats.org/officeDocument/2006/relationships/font" Target="fonts/DMSans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DMSansSemiBold-boldItalic.fntdata"/><Relationship Id="rId14" Type="http://schemas.openxmlformats.org/officeDocument/2006/relationships/font" Target="fonts/DMSansSemiBold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slide" Target="slides/slide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2.xml"/><Relationship Id="rId18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661475" y="280765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Denunciar é Proteger Vidas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Um aplicativo para empoderar mulheres e transformar dados em ação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61475" y="536146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250"/>
              <a:buFont typeface="DM Sans SemiBold"/>
              <a:buNone/>
            </a:pPr>
            <a:r>
              <a:rPr b="0" i="0" lang="en-US" sz="32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 Realidade: Violência Silenciosa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42415" y="1256209"/>
            <a:ext cx="5470785" cy="5079206"/>
          </a:xfrm>
          <a:prstGeom prst="roundRect">
            <a:avLst>
              <a:gd fmla="val 4689" name="adj"/>
            </a:avLst>
          </a:prstGeom>
          <a:solidFill>
            <a:srgbClr val="8B2E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707710" y="1425014"/>
            <a:ext cx="5140196" cy="1033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Font typeface="DM Sans SemiBold"/>
              <a:buNone/>
            </a:pPr>
            <a:r>
              <a:rPr b="0" i="0" lang="en-US" sz="6500" u="none" cap="none" strike="noStrike">
                <a:solidFill>
                  <a:srgbClr val="FFFFFF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1 em 4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07710" y="2579191"/>
            <a:ext cx="5749781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mulheres sofre violência doméstica no Brasil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07710" y="3031232"/>
            <a:ext cx="5140196" cy="19050"/>
          </a:xfrm>
          <a:prstGeom prst="roundRect">
            <a:avLst>
              <a:gd fmla="val 49999" name="adj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07710" y="3269633"/>
            <a:ext cx="5140196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DM Sans SemiBold"/>
              <a:buNone/>
            </a:pPr>
            <a:r>
              <a:rPr b="0" i="0" lang="en-US" sz="4450" u="none" cap="none" strike="noStrike">
                <a:solidFill>
                  <a:srgbClr val="FFFFFF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10%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07710" y="4112121"/>
            <a:ext cx="5749781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dos casos chegam às autoridades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303904" y="1406112"/>
            <a:ext cx="5232666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600"/>
              <a:buFont typeface="DM Sans SemiBold"/>
              <a:buNone/>
            </a:pPr>
            <a:r>
              <a:rPr b="0" i="0" lang="en-US" sz="16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Por que a maioria dos casos permanece invisível?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904" y="1822053"/>
            <a:ext cx="5248171" cy="10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6564446" y="2006402"/>
            <a:ext cx="478778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DM Sans SemiBold"/>
              <a:buNone/>
            </a:pPr>
            <a:r>
              <a:rPr b="0" i="0" lang="en-US" sz="16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Medo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564446" y="2409527"/>
            <a:ext cx="4787780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Represálias e ameaças impedem que mulheres falem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904" y="2986584"/>
            <a:ext cx="5248171" cy="10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6564446" y="3170932"/>
            <a:ext cx="478778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DM Sans SemiBold"/>
              <a:buNone/>
            </a:pPr>
            <a:r>
              <a:rPr b="0" i="0" lang="en-US" sz="16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Falta de Apoio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564446" y="3574058"/>
            <a:ext cx="4787780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Ausência de rede de suporte emocional e jurídico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904" y="4151114"/>
            <a:ext cx="5248171" cy="10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6564446" y="4335463"/>
            <a:ext cx="4787780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DM Sans SemiBold"/>
              <a:buNone/>
            </a:pPr>
            <a:r>
              <a:rPr b="0" i="0" lang="en-US" sz="16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Acesso Limitado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64446" y="4738588"/>
            <a:ext cx="4787780" cy="248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Canais de denúncia distantes, complexos ou inseguros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303904" y="5333702"/>
            <a:ext cx="5232666" cy="838994"/>
          </a:xfrm>
          <a:prstGeom prst="roundRect">
            <a:avLst>
              <a:gd fmla="val 17742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9198" y="5552777"/>
            <a:ext cx="206667" cy="16529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6841160" y="5505152"/>
            <a:ext cx="4530116" cy="496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maioria dos casos permanece invisível — e o silêncio custa vidas.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661475" y="574740"/>
            <a:ext cx="10868745" cy="553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450"/>
              <a:buFont typeface="DM Sans SemiBold"/>
              <a:buNone/>
            </a:pPr>
            <a:r>
              <a:rPr b="0" i="0" lang="en-US" sz="34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Nossa Solução: App Seguro e Acessível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923" y="1713706"/>
            <a:ext cx="2067270" cy="423336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6092176" y="1539907"/>
            <a:ext cx="5444294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7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O Fatec Women na prática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092176" y="1996678"/>
            <a:ext cx="398651" cy="398661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158602" y="2029916"/>
            <a:ext cx="265800" cy="332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50"/>
              <a:buFont typeface="DM Sans SemiBold"/>
              <a:buNone/>
            </a:pPr>
            <a:r>
              <a:rPr b="0" i="0" lang="en-US" sz="20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1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656915" y="2057499"/>
            <a:ext cx="4879555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Registro rápido e sigiloso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656915" y="2500511"/>
            <a:ext cx="487955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Denuncie em segundos, sem exposição ou risco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092176" y="3107333"/>
            <a:ext cx="398651" cy="398661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158602" y="3140571"/>
            <a:ext cx="265800" cy="332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50"/>
              <a:buFont typeface="DM Sans SemiBold"/>
              <a:buNone/>
            </a:pPr>
            <a:r>
              <a:rPr b="0" i="0" lang="en-US" sz="20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2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656915" y="3168154"/>
            <a:ext cx="4879555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Geolocalização inteligente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656915" y="3611166"/>
            <a:ext cx="487955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Mapeie padrões de violência em tempo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092176" y="4217988"/>
            <a:ext cx="398651" cy="398661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158602" y="4251226"/>
            <a:ext cx="265800" cy="332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50"/>
              <a:buFont typeface="DM Sans SemiBold"/>
              <a:buNone/>
            </a:pPr>
            <a:r>
              <a:rPr b="0" i="0" lang="en-US" sz="20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3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656915" y="4278809"/>
            <a:ext cx="4879555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Canal direto com autoridades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656915" y="4721820"/>
            <a:ext cx="487955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Delegacias, polícia e ONGs parceiras integradas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92176" y="5328642"/>
            <a:ext cx="398651" cy="398661"/>
          </a:xfrm>
          <a:prstGeom prst="roundRect">
            <a:avLst>
              <a:gd fmla="val 40006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286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158602" y="5361880"/>
            <a:ext cx="265800" cy="332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2050"/>
              <a:buFont typeface="DM Sans SemiBold"/>
              <a:buNone/>
            </a:pPr>
            <a:r>
              <a:rPr b="0" i="0" lang="en-US" sz="20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4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656915" y="5389463"/>
            <a:ext cx="4879555" cy="2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700"/>
              <a:buFont typeface="DM Sans SemiBold"/>
              <a:buNone/>
            </a:pPr>
            <a:r>
              <a:rPr b="0" i="0" lang="en-US" sz="170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Apoio integrado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656915" y="5832475"/>
            <a:ext cx="487955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50"/>
              <a:buFont typeface="DM Sans"/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Psicólogos, direitos e rede de proteção acessíveis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661475" y="70411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Funcionalidades que Empoderam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fmla="val 787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E199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800" y="2009775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Histórico Seguro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Registre múltiplos incidentes com datas e detalhes protegidos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fmla="val 787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E199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1626" y="2009775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Documentação Automática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Gere relatórios prontos para processos legais com um toque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fmla="val 787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E199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800" y="4359077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Modo Discreto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Interface que não levanta suspeitas — sua segurança em primeiro lugar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fmla="val 7875" name="adj"/>
            </a:avLst>
          </a:prstGeom>
          <a:solidFill>
            <a:srgbClr val="FFCCD1"/>
          </a:solidFill>
          <a:ln cap="flat" cmpd="sng" w="9525">
            <a:solidFill>
              <a:srgbClr val="E5B2B7"/>
            </a:solidFill>
            <a:prstDash val="solid"/>
            <a:round/>
            <a:headEnd len="sm" w="sm" type="none"/>
            <a:tailEnd len="sm" w="sm" type="none"/>
          </a:ln>
          <a:effectLst>
            <a:outerShdw blurRad="127" rotWithShape="0" algn="bl" dir="2700000" dist="24130">
              <a:srgbClr val="E5B2B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E199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1626" y="4359077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Comunidade de Apoio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Conecte-se com outras mulheres e profissionais de confiança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661475" y="531173"/>
            <a:ext cx="10868745" cy="30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1900"/>
              <a:buFont typeface="DM Sans SemiBold"/>
              <a:buNone/>
            </a:pPr>
            <a:r>
              <a:rPr b="0" i="0" lang="en-US" sz="19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Impacto Transformador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61132"/>
            <a:ext cx="5315512" cy="531564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6221058" y="3405314"/>
            <a:ext cx="5315512" cy="152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950"/>
              <a:buFont typeface="DM Sans SemiBold"/>
              <a:buNone/>
            </a:pPr>
            <a:r>
              <a:rPr b="0" i="0" lang="en-US" sz="95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De dados a transformação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221058" y="3606823"/>
            <a:ext cx="5315512" cy="236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50"/>
              <a:buFont typeface="DM Sans"/>
              <a:buNone/>
            </a:pPr>
            <a:r>
              <a:rPr b="0" i="0" lang="en-US" sz="7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Cada denúncia registrada no app alimenta um sistema que vai além do caso individual — ela se torna parte de um mapa de proteção coletiva.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661475" y="1885119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Construindo Juntas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839541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850482" y="3784600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Parceiros Institucionais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50482" y="4193282"/>
            <a:ext cx="324486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Delegacias, polícia e ministério público integrados à plataforma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2839541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4473364" y="3784600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Sociedade Civil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473364" y="4193282"/>
            <a:ext cx="324486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ONGs, grupos de apoio e profissionais de saúde em rede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2839541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8096246" y="3784600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50"/>
              <a:buFont typeface="DM Sans SemiBold"/>
              <a:buNone/>
            </a:pPr>
            <a:r>
              <a:rPr b="0" i="0" lang="en-US" sz="1850" u="none" cap="none" strike="noStrike">
                <a:solidFill>
                  <a:srgbClr val="4A4A4A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Você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096246" y="4193282"/>
            <a:ext cx="324486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0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Compartilhe, denuncie, apoie — cada ação importa e salva vidas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661475" y="2049822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C5461"/>
              </a:buClr>
              <a:buSzPts val="3700"/>
              <a:buFont typeface="DM Sans SemiBold"/>
              <a:buNone/>
            </a:pPr>
            <a:r>
              <a:rPr b="0" i="0" lang="en-US" sz="3700" u="none" cap="none" strike="noStrike">
                <a:solidFill>
                  <a:srgbClr val="9C546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Com Tecnologia e Solidariedade, Transformamos Dor em Esperança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44936" y="3807520"/>
            <a:ext cx="111948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DM Sans"/>
              <a:buNone/>
            </a:pPr>
            <a:r>
              <a:rPr b="0" i="1" lang="en-US" sz="14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Denunciar é proteger vidas. Juntas, podemos construir um Brasil onde nenhuma mulher sofra em silêncio.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61475" y="3594894"/>
            <a:ext cx="25399" cy="727670"/>
          </a:xfrm>
          <a:prstGeom prst="roundRect">
            <a:avLst>
              <a:gd fmla="val 50001" name="adj"/>
            </a:avLst>
          </a:prstGeom>
          <a:solidFill>
            <a:srgbClr val="FFC7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61475" y="4535190"/>
            <a:ext cx="1507194" cy="287139"/>
          </a:xfrm>
          <a:prstGeom prst="roundRect">
            <a:avLst>
              <a:gd fmla="val 47396" name="adj"/>
            </a:avLst>
          </a:prstGeom>
          <a:solidFill>
            <a:srgbClr val="FFCC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879" y="4603155"/>
            <a:ext cx="151206" cy="15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1001687" y="4599844"/>
            <a:ext cx="1663162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FATEC WOMEN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263123" y="4535190"/>
            <a:ext cx="2720708" cy="287139"/>
          </a:xfrm>
          <a:prstGeom prst="roundRect">
            <a:avLst>
              <a:gd fmla="val 47396" name="adj"/>
            </a:avLst>
          </a:prstGeom>
          <a:noFill/>
          <a:ln cap="flat" cmpd="sng" w="9525">
            <a:solidFill>
              <a:srgbClr val="FFC7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376527" y="4599844"/>
            <a:ext cx="3103485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C7CD"/>
              </a:buClr>
              <a:buSzPts val="1150"/>
              <a:buFont typeface="DM Sans"/>
              <a:buNone/>
            </a:pPr>
            <a:r>
              <a:rPr b="0" i="0" lang="en-US" sz="1150" u="none" cap="none" strike="noStrike">
                <a:solidFill>
                  <a:srgbClr val="FFC7CD"/>
                </a:solidFill>
                <a:latin typeface="DM Sans"/>
                <a:ea typeface="DM Sans"/>
                <a:cs typeface="DM Sans"/>
                <a:sym typeface="DM Sans"/>
              </a:rPr>
              <a:t>DENUNCIE. PROTEJA. TRANSFORME.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2026-10-20T12:01:17Z</dcterms:created>
</cp:coreProperties>
</file>